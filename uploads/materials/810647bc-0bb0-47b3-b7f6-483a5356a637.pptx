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4008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40080" y="457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Startup Pitch · 2025</a:t>
            </a:r>
            <a:endParaRPr lang="en-US" sz="900" dirty="0"/>
          </a:p>
        </p:txBody>
      </p:sp>
      <p:sp>
        <p:nvSpPr>
          <p:cNvPr id="245" name="Text 243"/>
          <p:cNvSpPr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AFA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Tez</a:t>
            </a:r>
            <a:endParaRPr lang="en-US" sz="8000" dirty="0"/>
          </a:p>
        </p:txBody>
      </p:sp>
      <p:sp>
        <p:nvSpPr>
          <p:cNvPr id="246" name="Text 244"/>
          <p:cNvSpPr/>
          <p:nvPr/>
        </p:nvSpPr>
        <p:spPr>
          <a:xfrm>
            <a:off x="64008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Yetkaz</a:t>
            </a:r>
            <a:endParaRPr lang="en-US" sz="8000" dirty="0"/>
          </a:p>
        </p:txBody>
      </p:sp>
      <p:sp>
        <p:nvSpPr>
          <p:cNvPr id="247" name="Text 245"/>
          <p:cNvSpPr/>
          <p:nvPr/>
        </p:nvSpPr>
        <p:spPr>
          <a:xfrm>
            <a:off x="64008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C4BC"/>
                </a:solidFill>
              </a:rPr>
              <a:t>O'zbekistonning birinchi O2O instant retail platformasi 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C4BC"/>
                </a:solidFill>
              </a:rPr>
              <a:t>120 filial, 30 daqiqada yetkazish, birlashtirilgan inventar.</a:t>
            </a:r>
            <a:endParaRPr lang="en-US" sz="1400" dirty="0"/>
          </a:p>
        </p:txBody>
      </p:sp>
      <p:sp>
        <p:nvSpPr>
          <p:cNvPr id="248" name="Shape 246"/>
          <p:cNvSpPr/>
          <p:nvPr/>
        </p:nvSpPr>
        <p:spPr>
          <a:xfrm>
            <a:off x="6675120" y="914400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675120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</a:t>
            </a:r>
            <a:endParaRPr lang="en-US" sz="3600" dirty="0"/>
          </a:p>
        </p:txBody>
      </p:sp>
      <p:sp>
        <p:nvSpPr>
          <p:cNvPr id="250" name="Text 248"/>
          <p:cNvSpPr/>
          <p:nvPr/>
        </p:nvSpPr>
        <p:spPr>
          <a:xfrm>
            <a:off x="667512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</a:rPr>
              <a:t>Filial</a:t>
            </a:r>
            <a:endParaRPr lang="en-US" sz="1100" dirty="0"/>
          </a:p>
        </p:txBody>
      </p:sp>
      <p:sp>
        <p:nvSpPr>
          <p:cNvPr id="251" name="Shape 249"/>
          <p:cNvSpPr/>
          <p:nvPr/>
        </p:nvSpPr>
        <p:spPr>
          <a:xfrm>
            <a:off x="6675120" y="2103120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6675120" y="2103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3600" dirty="0"/>
          </a:p>
        </p:txBody>
      </p:sp>
      <p:sp>
        <p:nvSpPr>
          <p:cNvPr id="253" name="Text 251"/>
          <p:cNvSpPr/>
          <p:nvPr/>
        </p:nvSpPr>
        <p:spPr>
          <a:xfrm>
            <a:off x="6675120" y="2670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</a:rPr>
              <a:t>Daqiqa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6675120" y="3291840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675120" y="3291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600" dirty="0"/>
          </a:p>
        </p:txBody>
      </p:sp>
      <p:sp>
        <p:nvSpPr>
          <p:cNvPr id="256" name="Text 254"/>
          <p:cNvSpPr/>
          <p:nvPr/>
        </p:nvSpPr>
        <p:spPr>
          <a:xfrm>
            <a:off x="6675120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0"/>
                </a:solidFill>
              </a:rPr>
              <a:t>O'sish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MUAMMO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tarmoqlar raqamlashtirish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imkoniyatini yo'qotmoqda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" cy="9601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</a:rPr>
              <a:t>120 filial, lekin onlayn savdo yo'q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2938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Katta tarmoqlar fizik mavjudligiga qaramay, raqamli kanallardan foydalanmayapti.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54864" cy="9601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</a:rPr>
              <a:t>Tarqoq inventar, ko'r-ko'rona boshqaruv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02666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Har bir filialdagi stok alohida — ortiqcha zaxira yoki tovar yetishmasligi doim muammo.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490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</a:rPr>
              <a:t>Mijozlar tezlikni talab qilmoqda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2394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O'zbekiston e-commerce bozori yiliga +35% o'smoqda, ammo mahalliy yetkazish hali sekin.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YECHIM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Uchta komponent, bitta ekotizim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GPS-based 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Mijoz ilovaga kirganda 3–5 km eng yaqin filial avtomatik tanlanadi. 30–60 daqiqada yetkazish kafolatlanadi.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Inventory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120 filialning stoki real vaqtda sinxronlashadi. Filial A da tugasa → Filial B dan avtomatik transfer.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17320"/>
            <a:ext cx="411480" cy="411480"/>
          </a:xfrm>
          <a:prstGeom prst="ellipse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Store-as-Warehouse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Do'kon ichida yig'ish zonasi. Kuryerlar uchun tezkor kirish. QR skanerlash bilan yig'ish.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148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D0E"/>
                </a:solidFill>
              </a:rPr>
              <a:t>Foydalanuvchi yo'li:  Ilova  →  GPS aniqlaydi  →  Yaqin filial  →  Buyurtma  →  QR yig'ish  →  Kuryer  →  ≤60 daqiqa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BIZNES MODELI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tier arxitekturasi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7276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TIER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Katta tarmoqlar (50+ filial)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6642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</a:rPr>
              <a:t>White-label app + full integration. Asosiy revenue manbai. G'OYA 1 kabi brendlar.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08760" y="208483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White-label 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208483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Custom analytics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208483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Dedicated support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$200/oy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har filial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6148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614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3D00"/>
                </a:solidFill>
              </a:rPr>
              <a:t>TIER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O'rta biznes (5–20 filial)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2852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</a:rPr>
              <a:t>Brendi bilan white-label, standart integratsiya. Soni ko'proq, hajmi o'rtacha.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508760" y="327355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273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Branded app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63240" y="327355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273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Basic analytics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17720" y="327355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273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Email support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$100/oy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har filial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39502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502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TIER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08760" y="3749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Kichik do'konlar (marketplace)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08760" y="40416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</a:rPr>
              <a:t>Umumiy platformaga qo'shiladi. Minimal investitsiya bilan keng qamrov.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508760" y="446227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4622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Marketplace listing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63240" y="446227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44622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Commission only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17720" y="4462272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4F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4622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Self-serve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8368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$50/oy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8368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yoki 8% komissiya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MONETIZATSIYA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To'rt oqimli daromad modeli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457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5–10%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Buyurtmadan komissiya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</a:rPr>
              <a:t>GMV % sifatida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08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Premium yetkazish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</a:rPr>
              <a:t>15 daqiqa kafolati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4023360" cy="45720"/>
          </a:xfrm>
          <a:prstGeom prst="rect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63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8C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$50–200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SaaS obuna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</a:rPr>
              <a:t>Filiallarga oylik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4023360" cy="4572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63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5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02920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Data API savdosi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</a:rPr>
              <a:t>AI demand forecasting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FEF3E2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D0E"/>
                </a:solidFill>
              </a:rPr>
              <a:t>Unit economics: 120 filial × $100 avg SaaS = $12,000/oy recurring + komissiya. Break-even: ~8–10 oy.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TEXNOLOGIYA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3-qatlamli arxitektura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" cy="100584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Core Platform (barchaga umumiy)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Order Management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95728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Unified Inventory Engine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94176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Delivery Logic &amp; Routing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92624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AI Demand Forecasting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91072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Real-time Sync API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89520" y="1737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63B2E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Analytics Dashboard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23160"/>
            <a:ext cx="4572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51460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White-label Apps (Tier 1 &amp; 2)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2880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Klient brendi bilan app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395728" y="2880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Custom UI/UX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94176" y="2880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4176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Push notifications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92624" y="2880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Loyalty integration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91072" y="2880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POS integration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566160"/>
            <a:ext cx="45720" cy="100584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365760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Marketplace App (Tier 3)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97280" y="4023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A5CA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4023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Umumiy consumer app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395728" y="4023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A5CA8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95728" y="4023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Multi-vendor cart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94176" y="4023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A5CA8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94176" y="4023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GPS-based discovery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992624" y="4023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A5CA8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4023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Rating &amp; reviews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91072" y="402336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A5CA8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23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7A"/>
                </a:solidFill>
              </a:rPr>
              <a:t>Self-serve onboarding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Stack: React Native · Node.js · PostgreSQL · Redis · AWS · WebSocket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RISK TAHLILI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Biznes va texnik risklar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624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Kuryer yetishmasligi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Tez yetkazish uchun etarli kuryer topilmasligi — ayniqsa erta bosqichda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0" y="144475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444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Yuqori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751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Filial 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120 filialning tizimga qo'shilish jarayoni uzoq va qimmat bo'lishi mumkin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20574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057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Yuqori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Raqobat (Yandex, Uzum)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82549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Yirik raqobatchilarning mahalliy O2O segmentga kirishi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67004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6700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O'rtacha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Real-time sync sifati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43814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120 filialda inventar sinxronizatsiyasi kechikishi buyurtma bekor qilishga olib kelishi mumkin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328269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2826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O'rtacha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13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Regulyatorlik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0507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O'zbekistonda onlayn savdo va to'lov regulyatsiyalari o'zgarishi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389534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8953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Past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25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</a:rPr>
              <a:t>Texnik qarz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Tez o'sish paytida kod sifati va infratuzilma mustahkamligi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45079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5079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Past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YO'L XARITASI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oylik bosqichli rivojlanish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724912" cy="4572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63B2E"/>
                </a:solidFill>
              </a:rPr>
              <a:t>FAZA 1 · 0–4 OY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5–10 Tier 1 filial bilan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Core platform ishlab chiqish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Kuryer tarmog'ini shakllantirish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GPS routing testi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Birinchi 1,000 buyurtma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280160"/>
            <a:ext cx="272491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A623"/>
                </a:solidFill>
              </a:rPr>
              <a:t>FAZA 2 · 4–8 OY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02152" y="1627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Kengaytirish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2152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30–50 filialgacha o'sish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02152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Tier 2 white-label chiqarish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AI demand forecasting beta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02152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Marketplace app launch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SaaS daromad: $5k/oy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280160"/>
            <a:ext cx="2724912" cy="45720"/>
          </a:xfrm>
          <a:prstGeom prst="rect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A8C5B"/>
                </a:solidFill>
              </a:rPr>
              <a:t>FAZA 3 · 8–12 OY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64224" y="1627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Optimize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4224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120 filialga yetish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4224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Robot/konveyer integratsiyasi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B2B data API savdosi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64224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Series A tayyorgarligi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</a:rPr>
              <a:t>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Onlayn savdo: 0% → 40%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53312" y="1298448"/>
            <a:ext cx="5532120" cy="0"/>
          </a:xfrm>
          <a:prstGeom prst="line">
            <a:avLst/>
          </a:prstGeom>
          <a:noFill/>
          <a:ln w="12700">
            <a:solidFill>
              <a:srgbClr val="E8E6E0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</a:rPr>
              <a:t>KUTILAYOTGAN NATIJALAR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va 12 oylik KPI maqsadlari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C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40%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Onlayn savdo ulushi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(0% → 40%, 12 oy)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32588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C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45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20848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O'rtacha yetkazish vaqti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(maqsad)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8C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3x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20848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Mijozlar soni o'sishi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(12 oyda)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32588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4173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32320" y="20848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Inventory turnover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7A"/>
                </a:solidFill>
              </a:rPr>
              <a:t>yaxshilanishi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4572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</a:rPr>
              <a:t>6 oyda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3192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50 filial ulangan · 10,000+ oylik buyurtma · $15k MRR · Kuryer tarmog'i: 200+ kishi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71800"/>
            <a:ext cx="45720" cy="1097280"/>
          </a:xfrm>
          <a:prstGeom prst="rect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</a:rPr>
              <a:t>12 oyda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33192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0F0F"/>
                </a:solidFill>
              </a:rPr>
              <a:t>120 filial · 50,000+ oylik buyurtma · $60k+ MRR · Series A uchun tayyor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27432" cy="27432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37160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88880"/>
                </a:solidFill>
              </a:rPr>
              <a:t>KEYINGI QADAM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1371600" y="914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200" b="1" dirty="0">
                <a:solidFill>
                  <a:srgbClr val="FAFA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Birgalikda</a:t>
            </a:r>
            <a:endParaRPr lang="en-US" sz="6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200" b="1" dirty="0">
                <a:solidFill>
                  <a:srgbClr val="FAFA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qurамiz</a:t>
            </a:r>
            <a:endParaRPr lang="en-US" sz="6200" dirty="0"/>
          </a:p>
        </p:txBody>
      </p:sp>
      <p:sp>
        <p:nvSpPr>
          <p:cNvPr id="245" name="Text 243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round: $300,000</a:t>
            </a:r>
            <a:endParaRPr lang="en-US" sz="2000" dirty="0"/>
          </a:p>
        </p:txBody>
      </p:sp>
      <p:sp>
        <p:nvSpPr>
          <p:cNvPr id="246" name="Text 244"/>
          <p:cNvSpPr/>
          <p:nvPr/>
        </p:nvSpPr>
        <p:spPr>
          <a:xfrm>
            <a:off x="1371600" y="3154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4BC"/>
                </a:solidFill>
              </a:rPr>
              <a:t>MVP + Pilot + 6 oylik runway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4BC"/>
                </a:solidFill>
              </a:rPr>
              <a:t>Biz nima qidirmoqdamiz: texnik ko'nikmalar, retail aloqalar, angel investor</a:t>
            </a:r>
            <a:endParaRPr lang="en-US" sz="1300" dirty="0"/>
          </a:p>
        </p:txBody>
      </p:sp>
      <p:sp>
        <p:nvSpPr>
          <p:cNvPr id="247" name="Shape 245"/>
          <p:cNvSpPr/>
          <p:nvPr/>
        </p:nvSpPr>
        <p:spPr>
          <a:xfrm>
            <a:off x="3017520" y="41148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E63B2E"/>
          </a:solidFill>
          <a:ln w="12700">
            <a:solidFill>
              <a:srgbClr val="E63B2E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301752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tezYetkaz@startup.uz 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TezYetkaz — O2O Instant Retail Platform</dc:title>
  <dc:subject>PptxGenJS Presentation</dc:subject>
  <dc:creator>PptxGenJS</dc:creator>
  <cp:lastModifiedBy>PptxGenJS</cp:lastModifiedBy>
  <cp:revision>1</cp:revision>
  <dcterms:created xsi:type="dcterms:W3CDTF">2026-04-13T21:34:24Z</dcterms:created>
  <dcterms:modified xsi:type="dcterms:W3CDTF">2026-04-13T21:34:24Z</dcterms:modified>
</cp:coreProperties>
</file>